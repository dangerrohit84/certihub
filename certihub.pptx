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D" userId="0a450109e80c6b49" providerId="LiveId" clId="{278C2EBF-5CA8-4006-A511-E9E2FC680EA0}"/>
    <pc:docChg chg="undo custSel modSld">
      <pc:chgData name="Rohit D" userId="0a450109e80c6b49" providerId="LiveId" clId="{278C2EBF-5CA8-4006-A511-E9E2FC680EA0}" dt="2026-05-11T10:03:22.466" v="19" actId="20577"/>
      <pc:docMkLst>
        <pc:docMk/>
      </pc:docMkLst>
      <pc:sldChg chg="addSp delSp modSp mod">
        <pc:chgData name="Rohit D" userId="0a450109e80c6b49" providerId="LiveId" clId="{278C2EBF-5CA8-4006-A511-E9E2FC680EA0}" dt="2026-05-11T10:03:22.466" v="19" actId="20577"/>
        <pc:sldMkLst>
          <pc:docMk/>
          <pc:sldMk cId="0" sldId="256"/>
        </pc:sldMkLst>
        <pc:spChg chg="mod">
          <ac:chgData name="Rohit D" userId="0a450109e80c6b49" providerId="LiveId" clId="{278C2EBF-5CA8-4006-A511-E9E2FC680EA0}" dt="2026-05-11T10:02:42.561" v="12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hit D" userId="0a450109e80c6b49" providerId="LiveId" clId="{278C2EBF-5CA8-4006-A511-E9E2FC680EA0}" dt="2026-05-11T10:01:33.294" v="0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Rohit D" userId="0a450109e80c6b49" providerId="LiveId" clId="{278C2EBF-5CA8-4006-A511-E9E2FC680EA0}" dt="2026-05-11T10:02:53.882" v="15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Rohit D" userId="0a450109e80c6b49" providerId="LiveId" clId="{278C2EBF-5CA8-4006-A511-E9E2FC680EA0}" dt="2026-05-11T10:03:22.466" v="19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ohit D" userId="0a450109e80c6b49" providerId="LiveId" clId="{278C2EBF-5CA8-4006-A511-E9E2FC680EA0}" dt="2026-05-11T10:01:35.909" v="1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Rohit D" userId="0a450109e80c6b49" providerId="LiveId" clId="{278C2EBF-5CA8-4006-A511-E9E2FC680EA0}" dt="2026-05-11T10:02:47.809" v="13" actId="1076"/>
          <ac:spMkLst>
            <pc:docMk/>
            <pc:sldMk cId="0" sldId="256"/>
            <ac:spMk id="18" creationId="{00000000-0000-0000-0000-000000000000}"/>
          </ac:spMkLst>
        </pc:spChg>
        <pc:picChg chg="add del mod">
          <ac:chgData name="Rohit D" userId="0a450109e80c6b49" providerId="LiveId" clId="{278C2EBF-5CA8-4006-A511-E9E2FC680EA0}" dt="2026-05-11T10:02:22.347" v="4" actId="931"/>
          <ac:picMkLst>
            <pc:docMk/>
            <pc:sldMk cId="0" sldId="256"/>
            <ac:picMk id="20" creationId="{A586DA97-8D97-98D8-EF65-6AEB4A1D6185}"/>
          </ac:picMkLst>
        </pc:picChg>
        <pc:picChg chg="add mod">
          <ac:chgData name="Rohit D" userId="0a450109e80c6b49" providerId="LiveId" clId="{278C2EBF-5CA8-4006-A511-E9E2FC680EA0}" dt="2026-05-11T10:02:34.485" v="8" actId="1076"/>
          <ac:picMkLst>
            <pc:docMk/>
            <pc:sldMk cId="0" sldId="256"/>
            <ac:picMk id="22" creationId="{9479D8AD-F466-35DC-9DE7-7B76663929DB}"/>
          </ac:picMkLst>
        </pc:picChg>
      </pc:sldChg>
      <pc:sldChg chg="modSp mod">
        <pc:chgData name="Rohit D" userId="0a450109e80c6b49" providerId="LiveId" clId="{278C2EBF-5CA8-4006-A511-E9E2FC680EA0}" dt="2026-05-11T10:03:21.751" v="18" actId="1076"/>
        <pc:sldMkLst>
          <pc:docMk/>
          <pc:sldMk cId="0" sldId="260"/>
        </pc:sldMkLst>
        <pc:spChg chg="mod">
          <ac:chgData name="Rohit D" userId="0a450109e80c6b49" providerId="LiveId" clId="{278C2EBF-5CA8-4006-A511-E9E2FC680EA0}" dt="2026-05-11T10:03:21.751" v="18" actId="1076"/>
          <ac:spMkLst>
            <pc:docMk/>
            <pc:sldMk cId="0" sldId="260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800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62A2C"/>
          </a:solidFill>
          <a:ln w="12700">
            <a:solidFill>
              <a:srgbClr val="162A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766560" y="137160"/>
            <a:ext cx="1920240" cy="1920240"/>
          </a:xfrm>
          <a:prstGeom prst="ellipse">
            <a:avLst/>
          </a:prstGeom>
          <a:solidFill>
            <a:srgbClr val="E3562B">
              <a:alpha val="22000"/>
            </a:srgbClr>
          </a:solidFill>
          <a:ln w="12700">
            <a:solidFill>
              <a:srgbClr val="E3562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223760" y="3200400"/>
            <a:ext cx="1188720" cy="1188720"/>
          </a:xfrm>
          <a:prstGeom prst="ellipse">
            <a:avLst/>
          </a:prstGeom>
          <a:solidFill>
            <a:srgbClr val="E3562B">
              <a:alpha val="15000"/>
            </a:srgbClr>
          </a:solidFill>
          <a:ln w="12700">
            <a:solidFill>
              <a:srgbClr val="E3562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502920"/>
            <a:ext cx="2560320" cy="29260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SPACE  ·  SEASON 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CertiHub</a:t>
            </a:r>
            <a:r>
              <a:rPr lang="en-US" sz="5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AI-Powered Smart Credential Hub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5303520" cy="868680"/>
          </a:xfrm>
          <a:prstGeom prst="rect">
            <a:avLst/>
          </a:prstGeom>
          <a:solidFill>
            <a:srgbClr val="162A2C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Team: </a:t>
            </a:r>
            <a:r>
              <a:rPr lang="en-US" sz="1300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Domain: </a:t>
            </a: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Full-Stack Web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4425" y="3886200"/>
            <a:ext cx="16406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CHAKRADHAR CHOWDARY GUNNAM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83080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BONDI KALYANI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17519" y="3882667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POOJITHA BELLUM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06705" y="3886200"/>
            <a:ext cx="16494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NAKKA DURGA SATYA SRI MADHAVI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75120" y="12801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6537960" y="3070961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Intelligent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Credential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Management</a:t>
            </a:r>
            <a:endParaRPr lang="en-US" sz="12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479D8AD-F466-35DC-9DE7-7B7666392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526" y="29600"/>
            <a:ext cx="1632307" cy="20278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055DB7B-3043-2D6E-31F6-2CE771B00303}"/>
              </a:ext>
            </a:extLst>
          </p:cNvPr>
          <p:cNvSpPr txBox="1"/>
          <p:nvPr/>
        </p:nvSpPr>
        <p:spPr>
          <a:xfrm>
            <a:off x="3495821" y="4484764"/>
            <a:ext cx="244777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BATTAGANI SURENDRA KUMAR</a:t>
            </a:r>
            <a:endParaRPr lang="en-US" sz="9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C52250-2F13-C1BC-DEBB-F2F65D10F24C}"/>
              </a:ext>
            </a:extLst>
          </p:cNvPr>
          <p:cNvSpPr txBox="1"/>
          <p:nvPr/>
        </p:nvSpPr>
        <p:spPr>
          <a:xfrm>
            <a:off x="990892" y="4521316"/>
            <a:ext cx="1492935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DESINA ROHIT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Credential Crisis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Traditional certificates are static, disconnected from career growth, and vulnerable to fraud.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206240" cy="12618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12064" y="2039112"/>
            <a:ext cx="566928" cy="566928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8483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9842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Verification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07008" y="235000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Time-consuming, error-prone, and fraud-prone authentication with no instant proof.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00600" y="1874520"/>
            <a:ext cx="4206240" cy="12618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946904" y="2039112"/>
            <a:ext cx="566928" cy="566928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084832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41848" y="19842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Bulk Management Gap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641848" y="235000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Institutions lack tools for bulk issuance, student tracking, and verified record maintenance.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3264408"/>
            <a:ext cx="4206240" cy="12618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12064" y="3429000"/>
            <a:ext cx="566928" cy="566928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474720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07008" y="337413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Career Intelligence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207008" y="3739896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Credentials are disconnected from skill readiness, career paths, or growth recommendations.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800600" y="3264408"/>
            <a:ext cx="4206240" cy="12618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4946904" y="3429000"/>
            <a:ext cx="566928" cy="566928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474720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41848" y="337413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Fragmented Systems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641848" y="3739896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centralized, analytics-driven, automated hub connecting students, mentors, and recruiters.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 &amp; 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CertiHub — AI-First Credential Ecosystem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Dual-engine AI (Vision + OCR) that transforms static certificates into dynamic career assets — connecting students, institutions, mentors, and recruiters.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788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4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2199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9659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Self-Healing AI Analysis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32688" y="2368296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Vision AI + OCR hybrid; auto-extracts names, skills, dates, grades &amp; domains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73552" y="1874520"/>
            <a:ext cx="2788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4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22199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9659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Batch Issuance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886200" y="2368296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Upload folder + CSV; AI maps certificates to student emails automatically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27064" y="1874520"/>
            <a:ext cx="2788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4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222199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39712" y="19659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Dashboards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839712" y="2368296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Separate views for Students, Institutions, HODs, Mentors &amp; Recruiters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20040" y="3291840"/>
            <a:ext cx="2788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4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39312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2688" y="338328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Career Intelligence Engine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32688" y="3785616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roadmaps, skill gap analysis, and personalized learning path suggestions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73552" y="3291840"/>
            <a:ext cx="2788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4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63931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86200" y="338328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Institutional Analytics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886200" y="3785616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insights: issuance tracking, domain analytics, placement readiness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227064" y="3291840"/>
            <a:ext cx="2788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4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3639312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39712" y="338328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Cloud Storage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839712" y="3785616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Cloudinary signed URLs + Firebase Auth for protected credential access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 &amp;  TECHNOLOGY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75488" cy="47548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" y="1709928"/>
            <a:ext cx="0" cy="256032"/>
          </a:xfrm>
          <a:prstGeom prst="line">
            <a:avLst/>
          </a:prstGeom>
          <a:noFill/>
          <a:ln w="254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12527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4813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Upload certificate (Image / PDF)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475488" cy="47548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41448"/>
            <a:ext cx="0" cy="256032"/>
          </a:xfrm>
          <a:prstGeom prst="line">
            <a:avLst/>
          </a:prstGeom>
          <a:noFill/>
          <a:ln w="254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0120" y="19842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2128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Vision AI + OCR via Groq Cloud processes the cert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475488" cy="47548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" y="3172968"/>
            <a:ext cx="0" cy="256032"/>
          </a:xfrm>
          <a:prstGeom prst="line">
            <a:avLst/>
          </a:prstGeom>
          <a:noFill/>
          <a:ln w="254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60120" y="27157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Storage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9443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Asset → Cloudinary; metadata (skills, issuer, date) → Firestore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475488" cy="47548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3429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" y="3904488"/>
            <a:ext cx="0" cy="256032"/>
          </a:xfrm>
          <a:prstGeom prst="line">
            <a:avLst/>
          </a:prstGeom>
          <a:noFill/>
          <a:ln w="254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60120" y="34472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6758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name-matching maps certs to student records via CSV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475488" cy="47548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41788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4074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Dashboards: portfolio, career roadmap, institutional analytics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621792"/>
            <a:ext cx="4297680" cy="434340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00600" y="7498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54880" y="1325880"/>
            <a:ext cx="1097280" cy="32918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13258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0" y="13258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React.js · Tailwind CSS · Framer Motion · Lucide Icons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1801368"/>
            <a:ext cx="1097280" cy="32918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1801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0" y="1801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· Express.js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2276856"/>
            <a:ext cx="1097280" cy="32918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0" y="22768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0" y="22768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Firebase Firestore · Firebase Authentication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2752344"/>
            <a:ext cx="1097280" cy="32918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54880" y="27523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/ LLM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43600" y="27523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Groq API · Llama-3.2-Vision · Tesseract.js OCR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227832"/>
            <a:ext cx="1097280" cy="32918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754880" y="32278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0" y="32278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Cloudinary · Signed URL Security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3703320"/>
            <a:ext cx="1097280" cy="32918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754880" y="3703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43600" y="3703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APIs · RBAC · Responsive UI Architecture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178808"/>
            <a:ext cx="1097280" cy="32918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754880" y="41788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43600" y="41788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Vercel (Frontend)  ·  Render (Backend)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3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162A2C"/>
          </a:solidFill>
          <a:ln w="12700">
            <a:solidFill>
              <a:srgbClr val="162A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0" y="91440"/>
            <a:ext cx="1828800" cy="1828800"/>
          </a:xfrm>
          <a:prstGeom prst="ellipse">
            <a:avLst/>
          </a:prstGeom>
          <a:solidFill>
            <a:srgbClr val="E3562B">
              <a:alpha val="20000"/>
            </a:srgbClr>
          </a:solidFill>
          <a:ln w="12700">
            <a:solidFill>
              <a:srgbClr val="E3562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347472"/>
            <a:ext cx="1828800" cy="2743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 &amp;  LEARNINGS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74980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by CertiHub Team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Members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55" y="1889469"/>
            <a:ext cx="279594" cy="2795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5222" y="193082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CHAKRADHAR CHOWDARY GUNNAM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223" y="1864673"/>
            <a:ext cx="279595" cy="2795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65884" y="1876806"/>
            <a:ext cx="1557997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POOJITHA BELLUM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15" y="2542031"/>
            <a:ext cx="279593" cy="2795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7579" y="2542032"/>
            <a:ext cx="12583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BONDI KALYANI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222" y="2508949"/>
            <a:ext cx="279593" cy="27959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715768" y="2473029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DESINA ROHIT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429768" y="3280163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Learnings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776472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58952" y="3730752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Multimodal AI (Vision + LLM) integration for real-world certificate parsing with 95%+ accuracy</a:t>
            </a:r>
            <a:endParaRPr lang="en-US" sz="10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160520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58952" y="411480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Full-stack orchestration: Groq Cloud, Firebase, and Cloudinary working in a unified pipeline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544568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58952" y="449884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UX design turning static credentials into dynamic, actionable career intelligence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6492240" y="16459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🙏</a:t>
            </a:r>
            <a:endParaRPr lang="en-US" sz="5200" dirty="0"/>
          </a:p>
        </p:txBody>
      </p:sp>
      <p:sp>
        <p:nvSpPr>
          <p:cNvPr id="25" name="Text 16"/>
          <p:cNvSpPr/>
          <p:nvPr/>
        </p:nvSpPr>
        <p:spPr>
          <a:xfrm>
            <a:off x="649224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26" name="Text 17"/>
          <p:cNvSpPr/>
          <p:nvPr/>
        </p:nvSpPr>
        <p:spPr>
          <a:xfrm>
            <a:off x="6492240" y="35844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support@technicalhub.io</a:t>
            </a:r>
            <a:endParaRPr lang="en-US" sz="900" dirty="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207F5EB2-F66E-0639-2D1D-768C8E3DF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920240"/>
            <a:ext cx="219456" cy="219456"/>
          </a:xfrm>
          <a:prstGeom prst="rect">
            <a:avLst/>
          </a:prstGeom>
        </p:spPr>
      </p:pic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A9ED25F8-773E-E2A9-EC01-CD8AF2C36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598" y="2522017"/>
            <a:ext cx="248615" cy="24861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8F00948-7EE1-7730-2665-880C80BDFB8E}"/>
              </a:ext>
            </a:extLst>
          </p:cNvPr>
          <p:cNvSpPr txBox="1"/>
          <p:nvPr/>
        </p:nvSpPr>
        <p:spPr>
          <a:xfrm>
            <a:off x="4297680" y="2537037"/>
            <a:ext cx="457903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BATTAGANI SURENDRA KUMAR</a:t>
            </a:r>
            <a:endParaRPr lang="en-US" sz="9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68724B-AF85-13C8-C1E2-24197AF6CC25}"/>
              </a:ext>
            </a:extLst>
          </p:cNvPr>
          <p:cNvSpPr txBox="1"/>
          <p:nvPr/>
        </p:nvSpPr>
        <p:spPr>
          <a:xfrm>
            <a:off x="4422882" y="1864673"/>
            <a:ext cx="165787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 dirty="0">
                <a:solidFill>
                  <a:srgbClr val="A0B4B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NAKKA DURGA SATYA SRI MADHAVI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467</Words>
  <Application>Microsoft Office PowerPoint</Application>
  <PresentationFormat>On-screen Show (16:9)</PresentationFormat>
  <Paragraphs>93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CertiHub</dc:title>
  <dc:subject>PptxGenJS Presentation</dc:subject>
  <dc:creator>PptxGenJS</dc:creator>
  <cp:lastModifiedBy>Surendra Kumar</cp:lastModifiedBy>
  <cp:revision>2</cp:revision>
  <dcterms:created xsi:type="dcterms:W3CDTF">2026-05-11T09:58:18Z</dcterms:created>
  <dcterms:modified xsi:type="dcterms:W3CDTF">2026-05-11T10:24:11Z</dcterms:modified>
</cp:coreProperties>
</file>