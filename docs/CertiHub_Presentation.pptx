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0" y="5029200"/>
            <a:ext cx="2286000" cy="22860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 Light"/>
              </a:defRPr>
            </a:pPr>
            <a:r>
              <a:t>CERTIHUB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FDBFE"/>
                </a:solidFill>
                <a:latin typeface="Calibri"/>
              </a:defRPr>
            </a:pPr>
            <a:r>
              <a:t>The Intelligent</a:t>
            </a:r>
            <a:br/>
            <a:r>
              <a:t>Credential Hub</a:t>
            </a:r>
            <a:br/>
            <a:r>
              <a:t>for the Modern</a:t>
            </a:r>
            <a:br/>
            <a:r>
              <a:t>Professional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389120"/>
            <a:ext cx="22860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Calibri"/>
              </a:defRPr>
            </a:pPr>
            <a:r>
              <a:t>Summer Internship Presentation</a:t>
            </a:r>
            <a:br/>
            <a:r>
              <a:t>Semester V  |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0972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Team Members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554480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0" y="1965960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93852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BATTAGANI SURENDRA KUMAR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0" y="2468880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44144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423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BONDI KALYANI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0" y="2971800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294436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NAKKA DURGA SATYA SRI MADHAVI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0" y="3474720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344728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429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POOJITHA BELLUM</a:t>
            </a:r>
          </a:p>
        </p:txBody>
      </p:sp>
      <p:sp>
        <p:nvSpPr>
          <p:cNvPr id="23" name="Oval 22"/>
          <p:cNvSpPr/>
          <p:nvPr/>
        </p:nvSpPr>
        <p:spPr>
          <a:xfrm>
            <a:off x="5669280" y="3977640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395020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CHAKRADHAR CHOWDARY GUNNAM</a:t>
            </a:r>
          </a:p>
        </p:txBody>
      </p:sp>
      <p:sp>
        <p:nvSpPr>
          <p:cNvPr id="26" name="Oval 25"/>
          <p:cNvSpPr/>
          <p:nvPr/>
        </p:nvSpPr>
        <p:spPr>
          <a:xfrm>
            <a:off x="5669280" y="4480560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0" y="445312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4434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DESINA ROHIT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53035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Under the Guidance of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56692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[GUIDE NAME]  ·  [DEPARTMENT]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645920" cy="3657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01 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Calibri Light"/>
              </a:defRPr>
            </a:pPr>
            <a:r>
              <a:t>The Problem We Solve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Traditional certificates are static, unverifiable, and disconnected from career growth.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383280" cy="34747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310896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8211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319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Recruitment</a:t>
            </a:r>
            <a:br/>
            <a:r>
              <a:t>Friction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548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Recruiters manually verify</a:t>
            </a:r>
            <a:br/>
            <a:r>
              <a:t>credentials through calls</a:t>
            </a:r>
            <a:br/>
            <a:r>
              <a:t>and email exchanges,</a:t>
            </a:r>
            <a:br/>
            <a:r>
              <a:t>slowing down hiring.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2743200"/>
            <a:ext cx="3383280" cy="34747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6319" y="310896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19" y="318211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19" y="39319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Verification</a:t>
            </a:r>
            <a:br/>
            <a:r>
              <a:t>Lag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19" y="47548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Authenticating certificates</a:t>
            </a:r>
            <a:br/>
            <a:r>
              <a:t>requires manual handshake</a:t>
            </a:r>
            <a:br/>
            <a:r>
              <a:t>between institutions,</a:t>
            </a:r>
            <a:br/>
            <a:r>
              <a:t>taking days or weeks.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743200"/>
            <a:ext cx="3383280" cy="34747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95360" y="310896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318211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9319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Data</a:t>
            </a:r>
            <a:br/>
            <a:r>
              <a:t>Silos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75488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Valuable professional data</a:t>
            </a:r>
            <a:br/>
            <a:r>
              <a:t>is trapped in images and</a:t>
            </a:r>
            <a:br/>
            <a:r>
              <a:t>PDFs, making it impossible</a:t>
            </a:r>
            <a:br/>
            <a:r>
              <a:t>to analyze at scale.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645920" cy="3657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02 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Calibri Light"/>
              </a:defRPr>
            </a:pPr>
            <a:r>
              <a:t>Our Solution — CertiHub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An AI-first platform that transforms static certificates into a verified, career-driven ecosystem.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383280" cy="3200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310896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8211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Automated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Llama-3.2 Vision AI reads</a:t>
            </a:r>
            <a:br/>
            <a:r>
              <a:t>certificates like a human</a:t>
            </a:r>
            <a:br/>
            <a:r>
              <a:t>with 95%+ accuracy.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2743200"/>
            <a:ext cx="3383280" cy="3200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6319" y="310896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19" y="318211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19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Smart Issuance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19" y="448056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Organizations batch-issue via</a:t>
            </a:r>
            <a:br/>
            <a:r>
              <a:t>AI name-matching from CSV</a:t>
            </a:r>
            <a:br/>
            <a:r>
              <a:t>with zero manual input.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743200"/>
            <a:ext cx="3383280" cy="3200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95360" y="310896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318211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Calibri"/>
              </a:defRPr>
            </a:pPr>
            <a:r>
              <a:t>Dynamic 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48056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Real-time skills matrix,</a:t>
            </a:r>
            <a:br/>
            <a:r>
              <a:t>career readiness scores,</a:t>
            </a:r>
            <a:br/>
            <a:r>
              <a:t>and personalized roadmaps.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011680" cy="3657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03 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Calibri Light"/>
              </a:defRPr>
            </a:pPr>
            <a: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383280" cy="1645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React 19 · Tailwind CSS · Framer Motion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286000"/>
            <a:ext cx="3383280" cy="1645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2286000"/>
            <a:ext cx="73152" cy="1645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19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40A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19" y="3017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Node.js · Express 5 · Multer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286000"/>
            <a:ext cx="3383280" cy="1645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286000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017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Firebase Firestore · Authentication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97680"/>
            <a:ext cx="3383280" cy="1645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297680"/>
            <a:ext cx="73152" cy="1645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40AF"/>
                </a:solidFill>
                <a:latin typeface="Calibri"/>
              </a:defRPr>
            </a:pPr>
            <a:r>
              <a:t>AI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0292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Groq Cloud · Llama 3.3 · Llama 3.2 Vision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4297680"/>
            <a:ext cx="3383280" cy="1645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59" y="4297680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19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OCR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19" y="50292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Tesseract.js · pdf-parse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297680"/>
            <a:ext cx="3383280" cy="1645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4297680"/>
            <a:ext cx="73152" cy="1645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40AF"/>
                </a:solidFill>
                <a:latin typeface="Calibri"/>
              </a:defRPr>
            </a:pPr>
            <a:r>
              <a:t>Storage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50292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Cloudinary · Signed URLs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286000" cy="3657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04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Calibri Light"/>
              </a:defRPr>
            </a:pPr>
            <a: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560320"/>
            <a:ext cx="1645920" cy="22860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83464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User 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Certificate</a:t>
            </a:r>
            <a:br/>
            <a:r>
              <a:t>Image/PDF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3832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2560320"/>
            <a:ext cx="1645920" cy="22860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88920" y="283464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2926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657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Cloudinary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40233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Secure</a:t>
            </a:r>
            <a:br/>
            <a:r>
              <a:t>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33832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560320"/>
            <a:ext cx="1645920" cy="22860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54880" y="283464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2926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657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Vision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0233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Llama 3.2</a:t>
            </a:r>
            <a:br/>
            <a:r>
              <a:t>90B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3832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560320"/>
            <a:ext cx="1645920" cy="22860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720840" y="283464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926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657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OCR +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0233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Tesseract +</a:t>
            </a:r>
            <a:br/>
            <a:r>
              <a:t>Llama 3.3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33832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2560320"/>
            <a:ext cx="1645920" cy="22860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86800" y="283464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2926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657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Merge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0233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Best Result</a:t>
            </a:r>
            <a:br/>
            <a:r>
              <a:t>Selection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33832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95560" y="2560320"/>
            <a:ext cx="1645920" cy="22860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652760" y="283464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52760" y="2926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3657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Firestore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40233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Data</a:t>
            </a:r>
            <a:br/>
            <a:r>
              <a:t>Saved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Dual-Engine Pipeline: Vision AI reads images directly while OCR extracts text for LLM parsing.</a:t>
            </a:r>
            <a:br/>
            <a:r>
              <a:t>Merge Logic selects the best result — achieving 95%+ extraction accuracy.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560320" cy="3657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05 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Calibri Light"/>
              </a:defRPr>
            </a:pPr>
            <a:r>
              <a:t>Student Flow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2011680" cy="27432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83464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Firebase Auth</a:t>
            </a:r>
            <a:br/>
            <a:r>
              <a:t>with email/Google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560320"/>
            <a:ext cx="2011680" cy="27432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83280" y="283464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926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749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2062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Upload certificate</a:t>
            </a:r>
            <a:br/>
            <a:r>
              <a:t>files easily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2560320"/>
            <a:ext cx="2011680" cy="27432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0" y="283464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2926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749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AI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2062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2-3 second</a:t>
            </a:r>
            <a:br/>
            <a:r>
              <a:t>extraction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2560320"/>
            <a:ext cx="2011680" cy="27432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55280" y="283464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0" y="2926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3749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42062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Structured data</a:t>
            </a:r>
            <a:br/>
            <a:r>
              <a:t>with skills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2560320"/>
            <a:ext cx="2011680" cy="27432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41280" y="283464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0" y="2926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3749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Career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42062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Personalized</a:t>
            </a:r>
            <a:br/>
            <a:r>
              <a:t>roadmap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From upload to career insights — under 5 seconds.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560320" cy="3657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06 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Calibri Light"/>
              </a:defRPr>
            </a:pPr>
            <a:r>
              <a:t>Institutional Flow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560320"/>
            <a:ext cx="2103120" cy="25603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Upload Certs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Upload folder of</a:t>
            </a:r>
            <a:br/>
            <a:r>
              <a:t>certificate images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560320"/>
            <a:ext cx="2103120" cy="25603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28346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291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Upload 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8404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Map names to</a:t>
            </a:r>
            <a:br/>
            <a:r>
              <a:t>email addresses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560320"/>
            <a:ext cx="2103120" cy="25603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28346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291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AI Reads Names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8404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Vision AI reads</a:t>
            </a:r>
            <a:br/>
            <a:r>
              <a:t>each certificate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560320"/>
            <a:ext cx="2103120" cy="25603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28346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291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Auto-Match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404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Fuzzy-match with</a:t>
            </a:r>
            <a:br/>
            <a:r>
              <a:t>CSV records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2560320"/>
            <a:ext cx="2103120" cy="25603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28346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3291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Auto-Issue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38404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Certificates sent</a:t>
            </a:r>
            <a:br/>
            <a:r>
              <a:t>to recipients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Smart Batch Issuance: Zero manual work — AI handles extraction, matching, and distribution.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560320" cy="3657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07 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Calibri Light"/>
              </a:defRPr>
            </a:pPr>
            <a:r>
              <a:t>Key Outcomes &amp; Achievements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560320" cy="20116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  <a:latin typeface="Calibri"/>
              </a:defRPr>
            </a:pPr>
            <a:r>
              <a:t>95%+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Extraction</a:t>
            </a:r>
            <a:br/>
            <a:r>
              <a:t>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286000"/>
            <a:ext cx="2560320" cy="20116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2560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  <a:latin typeface="Calibri"/>
              </a:defRPr>
            </a:pPr>
            <a:r>
              <a:t>&lt;2s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474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AI Response</a:t>
            </a:r>
            <a:br/>
            <a:r>
              <a:t>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286000"/>
            <a:ext cx="2560320" cy="20116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474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User</a:t>
            </a:r>
            <a:br/>
            <a:r>
              <a:t>Roles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286000"/>
            <a:ext cx="2560320" cy="20116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2560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  <a:latin typeface="Calibri"/>
              </a:defRPr>
            </a:pPr>
            <a:r>
              <a:t>15+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3474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API</a:t>
            </a:r>
            <a:br/>
            <a:r>
              <a:t>Endpoints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4800600"/>
            <a:ext cx="182880" cy="1828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Self-Healing AI Extraction with dual-engine fallback</a:t>
            </a:r>
          </a:p>
        </p:txBody>
      </p:sp>
      <p:sp>
        <p:nvSpPr>
          <p:cNvPr id="20" name="Oval 19"/>
          <p:cNvSpPr/>
          <p:nvPr/>
        </p:nvSpPr>
        <p:spPr>
          <a:xfrm>
            <a:off x="1097280" y="5212080"/>
            <a:ext cx="182880" cy="1828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5166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AI Career Strategist with 5-domain analysis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5623560"/>
            <a:ext cx="182880" cy="1828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5577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Smart Batch Issuance with CSV name-matching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" y="6035040"/>
            <a:ext cx="182880" cy="1828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5989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Public portfolio with shareable verification links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560320" cy="3657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Calibri"/>
              </a:defRPr>
            </a:pPr>
            <a:r>
              <a:t>08 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Calibri Light"/>
              </a:defRPr>
            </a:pPr>
            <a:r>
              <a:t>Practical Applications &amp;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2560320" cy="2926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54480" y="283464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30175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389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Verified portfolios with</a:t>
            </a:r>
            <a:br/>
            <a:r>
              <a:t>career readiness scores</a:t>
            </a:r>
            <a:br/>
            <a:r>
              <a:t>and AI roadmaps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560320"/>
            <a:ext cx="2560320" cy="2926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89120" y="283464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0175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Institutions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389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Automated batch issuance</a:t>
            </a:r>
            <a:br/>
            <a:r>
              <a:t>and departmental</a:t>
            </a:r>
            <a:br/>
            <a:r>
              <a:t>analytics dashboards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560320"/>
            <a:ext cx="2560320" cy="2926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23760" y="283464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30175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Organizations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389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AI-powered name-matching</a:t>
            </a:r>
            <a:br/>
            <a:r>
              <a:t>for zero-effort credential</a:t>
            </a:r>
            <a:br/>
            <a:r>
              <a:t>distribution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560320"/>
            <a:ext cx="2560320" cy="2926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0" y="283464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30175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Recruiters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4389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Instant verification via</a:t>
            </a:r>
            <a:br/>
            <a:r>
              <a:t>unique shareable links</a:t>
            </a:r>
            <a:br/>
            <a:r>
              <a:t>eliminating manual checks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0" y="-914400"/>
            <a:ext cx="2286000" cy="22860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 Light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38328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FDBFE"/>
                </a:solidFill>
                <a:latin typeface="Calibri"/>
              </a:defRPr>
            </a:pPr>
            <a:r>
              <a:t>Questions &amp;</a:t>
            </a:r>
            <a:br/>
            <a:r>
              <a:t>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3716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Calibri"/>
              </a:defRPr>
            </a:pPr>
            <a:r>
              <a:t>CertiHub demonstrates how</a:t>
            </a:r>
            <a:br/>
            <a:r>
              <a:t>Multimodal AI can transform</a:t>
            </a:r>
            <a:br/>
            <a:r>
              <a:t>static certificates into a</a:t>
            </a:r>
            <a:br/>
            <a:r>
              <a:t>dynamic career engine.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3200400"/>
            <a:ext cx="1828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3657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Team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41148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BATTAGANI SURENDRA KUMAR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44805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BONDI KALYANI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8463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NAKKA DURGA SATYA SRI MADHAVI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52120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POOJITHA BELLUM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55778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CHAKRADHAR CHOWDARY GUNNAM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59436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DESINA ROHIT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64008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Semester V  |  Summer Internship  |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